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A1A2E"/>
                </a:solidFill>
              </a:rPr>
              <a:t>AI and Its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666666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AI mimics human intelligence processes.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Involves learning, reasoning, and self-correction.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Applications range from healthcare to finance.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Reactive Machines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Responds to current situations only.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No memory or past experiences.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Example: IBM’s Deep Blue chess player.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Limited Memory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Uses past experiences to make decisions.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Short-term memory for recent data.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Example: Self-driving cars and chatbots.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Theory of Mind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Understands emotions and thoughts of others.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Still in development and research phase.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Aims to improve human-AI interaction.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Self-Aware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Possesses consciousness and self-awareness.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Most advanced and least developed type.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Potential ethical and safety concerns.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