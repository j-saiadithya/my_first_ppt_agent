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1A1A2E"/>
                </a:solidFill>
              </a:rPr>
              <a:t>James Webb Space Telescope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>
                <a:solidFill>
                  <a:srgbClr val="666666"/>
                </a:solidFill>
              </a:rPr>
              <a:t>Auto-generated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Introduction to JWST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Launched December 25, 2021 from French Guiana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Primary mirror diameter: 6.5 meters, segmented design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Orbits Sun at Lagrange Point 2, 1.5 million km away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Key Scientific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Observe first galaxies formed after Big Bang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Study formation of stars and planetary systems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Analyze atmospheres of exoplanets for life signs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Innovative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Deployable sunshield blocks heat from Sun, Earth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Mid-infrared instrument cools to -266°C for sensitivity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NIRCam captures near-infrared light, vital for deep space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