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1A1A2E"/>
                </a:solidFill>
              </a:rPr>
              <a:t>AI in Healthcare: Revolutionizing Patient Care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800">
                <a:solidFill>
                  <a:srgbClr val="666666"/>
                </a:solidFill>
              </a:rPr>
              <a:t>Auto-generated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Introduction to AI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AI enhances diagnosis accuracy and speed.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Reduces human error in medical procedures.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Improves patient outcomes through personalized treatment.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AI Applications in Diagnostics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Machine learning algorithms analyze medical images.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Predictive analytics for early disease detection.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Genetic testing and personalized medicine integration.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AI in Treatment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AI optimizes chemotherapy dosing for cancer patients.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Robotic surgery systems improve precision and recovery.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Virtual assistants provide continuous patient monitoring.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Challenges and 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Data privacy and security concerns.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Bias in AI algorithms must be addressed.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Need for transparent AI decision-making processes.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Future of AI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Increased use of wearable health devices.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AI-driven telemedicine expands access globally.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Integration of AI with electronic health records.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