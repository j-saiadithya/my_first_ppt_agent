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1A1A2E"/>
                </a:solidFill>
              </a:rPr>
              <a:t>Calibo AI Academy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1800">
                <a:solidFill>
                  <a:srgbClr val="666666"/>
                </a:solidFill>
              </a:rPr>
              <a:t>Auto-generated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2E"/>
                </a:solidFill>
              </a:rPr>
              <a:t>Introduction to Calibo AI Academy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Founded in 2018 by tech enthusiasts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Focuses on AI education and training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Offers both online and offline courses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2E"/>
                </a:solidFill>
              </a:rPr>
              <a:t>Core Programs and Courses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Machine Learning Fundamentals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Deep Learning Specialization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Natural Language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2E"/>
                </a:solidFill>
              </a:rPr>
              <a:t>Instructor Profiles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Experienced industry professionals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PhD holders in AI and related fields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Active researchers contributing to AI advancements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2E"/>
                </a:solidFill>
              </a:rPr>
              <a:t>Student Success Stories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Graduates working at top tech companies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Successful AI projects developed by students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Positive feedback from alumni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2E"/>
                </a:solidFill>
              </a:rPr>
              <a:t>Future Initiatives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Expanding global partnerships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Developing new AI research labs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Introducing advanced certification programs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