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1A1A2E"/>
                </a:solidFill>
              </a:rPr>
              <a:t>Edge Case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>
                <a:solidFill>
                  <a:srgbClr val="666666"/>
                </a:solidFill>
              </a:rPr>
              <a:t>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Validation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This is a very long bullet point that exceeds the twelve word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Second bullet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Third bullet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Fourth bullet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Fifth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