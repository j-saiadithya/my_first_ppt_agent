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A1A2E"/>
                </a:solidFill>
              </a:rPr>
              <a:t>Create A 5-Slide Presentation On Ai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666666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Introduction to Create A 5-Slide Presentation On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Key aspect of Introduction to Create A 5-Slide Presentation On Ai 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Important detail about Introduction to Create A 5-Slide Presentation On Ai 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Notable fact regarding Introduction to Create A 5-Slide Presentation On Ai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Key Concepts of Create A 5-Slide Presentation On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Key aspect of Key Concepts of Create A 5-Slide Presentation On Ai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Important detail about Key Concepts of Create A 5-Slide Presentation On Ai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Notable fact regarding Key Concepts of Create A 5-Slide Presentation On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Applications of Create A 5-Slide Presentation On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Key aspect of Applications of Create A 5-Slide Presentation On Ai 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Important detail about Applications of Create A 5-Slide Presentation On Ai 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Notable fact regarding Applications of Create A 5-Slide Presentation On Ai 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Benefits and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Key aspect of Benefits and Advantages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Important detail about Benefits and Advantages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Notable fact regarding Benefits and Advantages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Challenges and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Key aspect of Challenges and Future Trends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Important detail about Challenges and Future Trends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Notable fact regarding Challenges and Future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