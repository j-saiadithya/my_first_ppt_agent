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3600" b="1">
                <a:solidFill>
                  <a:srgbClr val="1A1A2E"/>
                </a:solidFill>
              </a:rPr>
              <a:t>Artificial Intelligence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1800">
                <a:solidFill>
                  <a:srgbClr val="666666"/>
                </a:solidFill>
              </a:rPr>
              <a:t>Auto-generated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1A2E"/>
                </a:solidFill>
              </a:rPr>
              <a:t>What is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AI simulates human intelligence in machines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Includes learning, reasoning, and self-correction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Used in healthcare, finance, and robotics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Powers virtual assistants like Siri and Alexa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1A2E"/>
                </a:solidFill>
              </a:rPr>
              <a:t>Types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Narrow AI: designed for specific tasks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General AI: human-level cognitive abilities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Super AI: surpasses human intelligence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1A2E"/>
                </a:solidFill>
              </a:rPr>
              <a:t>AI in Daily Life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Recommendation systems on Netflix and YouTube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Voice assistants for smart home control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Self-driving cars use computer vision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AI chatbots handle customer support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Fraud detection in banking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