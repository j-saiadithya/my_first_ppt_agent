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Exploring the Final Frontier: 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What is 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Vast, nearly empty expanse between celestial bodies.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Contains stars, planets, and cosmic dust.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Expanding universe, driven by dark energy.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Key Components of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Galaxies: clusters of stars, gas, and dust.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Planets: orbiting bodies around stars.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Asteroids and comets: rocky and icy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Space Exploration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Sputnik 1 launched by USSR in 1957.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Apollo 11 moon landing in 1969.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Hubble Space Telescope launched in 1990.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Current Space 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Mars rovers exploring Martian surface.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James Webb Space Telescope observing distant galaxies.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Commercial space flights by SpaceX and Blue Origin.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Future of Space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Manned missions to Mars planned by NASA.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Development of space habitats for long-term living.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Potential mining of asteroids for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