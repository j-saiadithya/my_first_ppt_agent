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1A1A2E"/>
                </a:solidFill>
              </a:rPr>
              <a:t>James Webb Space Telescope: Exploring the Cosmos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1800">
                <a:solidFill>
                  <a:srgbClr val="666666"/>
                </a:solidFill>
              </a:rPr>
              <a:t>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Introduction to JWST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Launched December 25, 2021, from French Guiana.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Succeeds Hubble; larger, more advanced infrared capabilities.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Primary mission: study early universe, exoplanets, and galaxy 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Key Features and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6.5-meter segmented mirror for unparalleled infrared resolution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Equipped with advanced infrared cameras and spectrographs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Positioned at L2, 1.5 million km from Earth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A1A2E"/>
                </a:solidFill>
              </a:rPr>
              <a:t>Scientific Goals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Explore first galaxies formed 13.5 billion years ago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Detect biosignatures in exoplanet atmospheres using spectroscopy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Map dark matter distribution through gravitational lensing effects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